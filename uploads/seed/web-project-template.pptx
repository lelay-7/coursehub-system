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1"/></p:sldIdLst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>
    <p:spTree>
      <p:sp>
        <p:nvSpPr>
          <p:cNvPr id="1" name="Title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Web Frontend Project Template - Demo</a:t>
            </a:r>
          </a:p>
        </p:txBody>
      </p:sp>
    </p:spTree>
  </p:cSld>
</p:sld>
</file>